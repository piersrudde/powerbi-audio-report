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 id="263" r:id="Rel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 Type="http://schemas.openxmlformats.org/officeDocument/2006/relationships/slide" Target="/ppt/slides/slide8.xml" Id="RelId6"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Total Sales by Area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Countries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Manufacturers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Products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Channels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columnChart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barChart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Sales by Channel</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Country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Sales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Products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Manuf.</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Orders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Channels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Sales by Channel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Sales by Category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Sales by Manufacturer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Number of Subcategories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Number of Products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Number of Manufacturers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Channels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Orders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Manuf.</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Products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Market Details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Channel Sales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Promotion Sales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Countries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Orders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Products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Profit</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Customer Sales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Orders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Profit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Channels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Customer Sales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Customer Sales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Customer Sales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Customer Sales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7.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 Distribution by Business Segment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 Distribution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 Distribution by Country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a2622e10-cb4f-4aab-b798-1883edc671d2?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a3ea1ce6c8df4dd6" /><Relationship Type="http://schemas.openxmlformats.org/officeDocument/2006/relationships/slideLayout" Target="/ppt/slideLayouts/slideLayout8.xml" Id="R6ee7a19674854fb0" /><Relationship Type="http://schemas.openxmlformats.org/officeDocument/2006/relationships/hyperlink" Target="https://app.powerbi.com/groups/me/reports/a2622e10-cb4f-4aab-b798-1883edc671d2/?pbi_source=PowerPoint" TargetMode="External" Id="RelId0" /><Relationship Type="http://schemas.openxmlformats.org/officeDocument/2006/relationships/image" Target="/ppt/media/image4.png" Id="imgId183425846"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6d518889b5244551" /><Relationship Type="http://schemas.openxmlformats.org/officeDocument/2006/relationships/slideLayout" Target="/ppt/slideLayouts/slideLayout8.xml" Id="R581ef5f627f54714" /><Relationship Type="http://schemas.openxmlformats.org/officeDocument/2006/relationships/hyperlink" Target="https://app.powerbi.com/groups/me/reports/a2622e10-cb4f-4aab-b798-1883edc671d2/?pbi_source=PowerPoint" TargetMode="External" Id="RelId1" /><Relationship Type="http://schemas.openxmlformats.org/officeDocument/2006/relationships/image" Target="/ppt/media/image5.png" Id="imgId183425847"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37d78d8b77064cf3" /><Relationship Type="http://schemas.openxmlformats.org/officeDocument/2006/relationships/slideLayout" Target="/ppt/slideLayouts/slideLayout8.xml" Id="R394ecd7911f546b7" /><Relationship Type="http://schemas.openxmlformats.org/officeDocument/2006/relationships/hyperlink" Target="https://app.powerbi.com/groups/me/reports/a2622e10-cb4f-4aab-b798-1883edc671d2/?pbi_source=PowerPoint" TargetMode="External" Id="RelId2" /><Relationship Type="http://schemas.openxmlformats.org/officeDocument/2006/relationships/image" Target="/ppt/media/image6.png" Id="imgId183425848"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4639d82a81ba4cda" /><Relationship Type="http://schemas.openxmlformats.org/officeDocument/2006/relationships/slideLayout" Target="/ppt/slideLayouts/slideLayout8.xml" Id="Ra4839419f8db4b92" /><Relationship Type="http://schemas.openxmlformats.org/officeDocument/2006/relationships/hyperlink" Target="https://app.powerbi.com/groups/me/reports/a2622e10-cb4f-4aab-b798-1883edc671d2/?pbi_source=PowerPoint" TargetMode="External" Id="RelId3" /><Relationship Type="http://schemas.openxmlformats.org/officeDocument/2006/relationships/image" Target="/ppt/media/image7.png" Id="imgId183425849"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e3f4cfc1f5424237" /><Relationship Type="http://schemas.openxmlformats.org/officeDocument/2006/relationships/slideLayout" Target="/ppt/slideLayouts/slideLayout8.xml" Id="Rece9ba58fc7743c6" /><Relationship Type="http://schemas.openxmlformats.org/officeDocument/2006/relationships/hyperlink" Target="https://app.powerbi.com/groups/me/reports/a2622e10-cb4f-4aab-b798-1883edc671d2/?pbi_source=PowerPoint" TargetMode="External" Id="RelId4" /><Relationship Type="http://schemas.openxmlformats.org/officeDocument/2006/relationships/image" Target="/ppt/media/image8.png" Id="imgId183425850"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095146ec798142ca" /><Relationship Type="http://schemas.openxmlformats.org/officeDocument/2006/relationships/slideLayout" Target="/ppt/slideLayouts/slideLayout8.xml" Id="R0eff81022d8a4427" /><Relationship Type="http://schemas.openxmlformats.org/officeDocument/2006/relationships/hyperlink" Target="https://app.powerbi.com/groups/me/reports/a2622e10-cb4f-4aab-b798-1883edc671d2/?pbi_source=PowerPoint" TargetMode="External" Id="RelId5" /><Relationship Type="http://schemas.openxmlformats.org/officeDocument/2006/relationships/image" Target="/ppt/media/image9.png" Id="imgId183425851" /></Relationships>
</file>

<file path=ppt/slides/_rels/slide8.xml.rels>&#65279;<?xml version="1.0" encoding="utf-8"?><Relationships xmlns="http://schemas.openxmlformats.org/package/2006/relationships"><Relationship Type="http://schemas.openxmlformats.org/officeDocument/2006/relationships/notesSlide" Target="/ppt/notesSlides/notesSlide7.xml" Id="R8b9261af5f1b4410" /><Relationship Type="http://schemas.openxmlformats.org/officeDocument/2006/relationships/slideLayout" Target="/ppt/slideLayouts/slideLayout8.xml" Id="R61d79874039f42de" /><Relationship Type="http://schemas.openxmlformats.org/officeDocument/2006/relationships/hyperlink" Target="https://app.powerbi.com/groups/me/reports/a2622e10-cb4f-4aab-b798-1883edc671d2/?pbi_source=PowerPoint" TargetMode="External" Id="RelId6" /><Relationship Type="http://schemas.openxmlformats.org/officeDocument/2006/relationships/image" Target="/ppt/media/imagea.png" Id="imgId183425852"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Audio Report</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2/25/2026 11:14:43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2/25/2026 10:51:31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card ,textbox ,textbox ,pageNavigator ,shape ,textbox ,textbox ,shape ,shape ,textbox ,shape ,image.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83425846"/>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Welcome</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Total Sales by Area ,textbox ,pageNavigator ,shape ,shape ,shape ,textbox ,shape ,Total Sales ,# Countries ,# Manufacturers ,# Products ,shape ,# Channels ,textbox ,card ,actionButton ,textbox ,shape ,shape ,textbox ,textbox ,columnChart ,barChart ,shape ,actionButton ,actionButton ,image ,Total Sales by Channel.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83425847"/>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Overview</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textbox ,shape ,shape ,textbox ,card ,Country Distribution ,Total Sales by Year ,shape ,textbox ,pivotTable ,actionButton ,actionButton ,shape ,image ,textbox ,shape ,actionButton ,textbox ,shape ,shape ,textbox ,textbox ,pageNavigator ,Sales ,# Products ,# Manuf. ,shape ,# Orders ,# Channels ,Total Sales by Channel ,Total Sales by Category ,Total Sales by Manufacturer ,slicer ,slicer ,shape.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83425848"/>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Country Insight</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textbox ,shape ,shape ,textbox ,card ,shape ,Total Sales ,pivotTable ,image ,textbox ,shape ,actionButton ,textbox ,shape ,shape ,textbox ,textbox ,pageNavigator ,Number of Subcategories ,Number of Products ,Number of Manufacturers ,actionButton ,actionButton ,shape ,slicer ,slicer ,shape ,# Channels ,# Orders ,# Manuf. ,# Products ,Sales ,shape ,slicer.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183425849"/>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Business Insight</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textbox ,shape ,shape ,textbox ,card ,Market Details ,shape ,slicer ,slicer ,slicer ,shape ,slicer ,slicer ,slicer ,Channel Sales Distribution ,Sales ,shape ,image ,textbox ,shape ,actionButton ,textbox ,shape ,shape ,textbox ,textbox ,pageNavigator ,Promotion Sales Distribution ,# Countries ,# Orders ,# Products ,Profit.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183425850"/>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Market Insight</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textbox ,shape ,shape ,textbox ,card ,pivotTable ,shape ,slicer ,slicer ,slicer ,slicer ,shape ,slicer ,Customer Sales Distribution ,shape ,shape ,textbox ,Sales ,# Orders ,shape ,Profit ,# Channels ,image ,textbox ,shape ,actionButton ,textbox ,shape ,shape ,textbox ,textbox ,pageNavigator ,Customer Sales Distribution ,Customer Sales Distribution ,Customer Sales Distribution ,Customer Sales Distribution ,shape ,actionButton ,actionButton.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183425851"/>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Manufacturer Insight</a:t>
            </a:r>
          </a:p>
        </p:txBody>
      </p:sp>
    </p:spTree>
    <p:clrMapOvr>
      <a:masterClrMapping xmlns:a="http://schemas.openxmlformats.org/drawingml/2006/main"/>
    </p:clrMapOvr>
  </p:cSld>
</p:sld>
</file>

<file path=ppt/slides/slide8.xml><?xml version="1.0" encoding="utf-8"?>
<p:sld xmlns:p="http://schemas.openxmlformats.org/presentationml/2006/main">
  <p:cSld>
    <p:spTree>
      <p:nvGrpSpPr>
        <p:cNvPr id="1" name=""/>
        <p:cNvGrpSpPr/>
        <p:nvPr/>
      </p:nvGrpSpPr>
      <p:grpSpPr/>
      <p:pic>
        <p:nvPicPr>
          <p:cNvPr id="3" name="Picture" title="This slide contains the following visuals: textbox ,shape ,shape ,textbox ,card ,shape ,Sales Distribution by Business Segment ,Sales Distribution by Year ,Sales Distribution by Country ,pivotTable ,pivotTable ,pivotTable ,slicer ,slicer ,slicer ,slicer ,shape ,slicer ,shape ,actionButton ,actionButton ,image ,textbox ,shape ,actionButton ,textbox ,shape ,shape ,textbox ,textbox ,pageNavigator. Please refer to the notes on this slide for details">
            <a:hlinkClick xmlns:r="http://schemas.openxmlformats.org/officeDocument/2006/relationships" xmlns:a="http://schemas.openxmlformats.org/drawingml/2006/main" r:id="RelId6"/>
          </p:cNvPr>
          <p:cNvPicPr>
            <a:picLocks xmlns:a="http://schemas.openxmlformats.org/drawingml/2006/main" noChangeAspect="1"/>
          </p:cNvPicPr>
          <p:nvPr/>
        </p:nvPicPr>
        <p:blipFill>
          <a:blip xmlns:r="http://schemas.openxmlformats.org/officeDocument/2006/relationships" xmlns:a="http://schemas.openxmlformats.org/drawingml/2006/main" r:embed="imgId18342585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Sales Insight</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